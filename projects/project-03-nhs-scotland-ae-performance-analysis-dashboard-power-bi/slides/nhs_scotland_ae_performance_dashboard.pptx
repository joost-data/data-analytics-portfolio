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.xml" ContentType="application/vnd.openxmlformats-officedocument.presentationml.slide+xml"/>
  <Override PartName="/ppt/notesSlides/notesSlide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elId0"/>
    <p:sldId id="258" r:id="RelId1"/>
    <p:sldId id="259" r:id="Rel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C910"/>
    <a:srgbClr val="D9D9D9"/>
    <a:srgbClr val="D3D3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34580" autoAdjust="0"/>
    <p:restoredTop sz="86410" autoAdjust="0"/>
  </p:normalViewPr>
  <p:slideViewPr>
    <p:cSldViewPr snapToGrid="0" snapToObjects="1">
      <p:cViewPr varScale="1">
        <p:scale>
          <a:sx n="72" d="100"/>
          <a:sy n="72" d="100"/>
        </p:scale>
        <p:origin x="84" y="7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presProps" Target="presProps.xml" Id="rId3" /><Relationship Type="http://schemas.openxmlformats.org/officeDocument/2006/relationships/slide" Target="slides/slide1.xml" Id="rId2" /><Relationship Type="http://schemas.openxmlformats.org/officeDocument/2006/relationships/slideMaster" Target="slideMasters/slideMaster1.xml" Id="rId1" /><Relationship Type="http://schemas.openxmlformats.org/officeDocument/2006/relationships/tableStyles" Target="tableStyles.xml" Id="rId6" /><Relationship Type="http://schemas.openxmlformats.org/officeDocument/2006/relationships/theme" Target="theme/theme1.xml" Id="rId5" /><Relationship Type="http://schemas.openxmlformats.org/officeDocument/2006/relationships/viewProps" Target="viewProps.xml" Id="rId4" /><Relationship Type="http://schemas.openxmlformats.org/officeDocument/2006/relationships/slide" Target="/ppt/slides/slide2.xml" Id="RelId0" /><Relationship Type="http://schemas.openxmlformats.org/officeDocument/2006/relationships/slide" Target="/ppt/slides/slide3.xml" Id="RelId1" /><Relationship Type="http://schemas.openxmlformats.org/officeDocument/2006/relationships/slide" Target="/ppt/slides/slide4.xml" Id="RelId2" /></Relationships>
</file>

<file path=ppt/notesSlides/notesSlide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cardVisual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cardVisual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cardVisual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Total Attendances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Select Year(s)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Waiting over 4 Hours by Health Board Code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Seen Within 4 Hours, Percentage by Year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Attendances by year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How people arrive (attendance count)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Select Year(s)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Attendances by hour of day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Waiting over 4 Hours, by Month of the Year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Data fields used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689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98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881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331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692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913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181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390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807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214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640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691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../media/image1.png" Id="rId2" /><Relationship Type="http://schemas.openxmlformats.org/officeDocument/2006/relationships/slideLayout" Target="../slideLayouts/slideLayout7.xml" Id="rId1" /><Relationship Type="http://schemas.openxmlformats.org/officeDocument/2006/relationships/image" Target="../media/image3.png" Id="rId5" /><Relationship Type="http://schemas.openxmlformats.org/officeDocument/2006/relationships/image" Target="../media/image2.png" Id="rId4" /><Relationship Type="http://schemas.openxmlformats.org/officeDocument/2006/relationships/hyperlink" Target="https://app.powerbi.com/groups/me/reports/b3d1bd5a-059b-4fc1-8869-3eb9ffb4af09?pbi_source=PowerPoint" TargetMode="External" Id="coverSlideHpLink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notesSlide" Target="/ppt/notesSlides/notesSlide.xml" Id="Rc8b7d8340b3b4478" /><Relationship Type="http://schemas.openxmlformats.org/officeDocument/2006/relationships/slideLayout" Target="/ppt/slideLayouts/slideLayout8.xml" Id="R5836ba20978944f8" /><Relationship Type="http://schemas.openxmlformats.org/officeDocument/2006/relationships/hyperlink" Target="https://app.powerbi.com/groups/me/reports/b3d1bd5a-059b-4fc1-8869-3eb9ffb4af09/?pbi_source=PowerPoint" TargetMode="External" Id="RelId0" /><Relationship Type="http://schemas.openxmlformats.org/officeDocument/2006/relationships/image" Target="/ppt/media/image4.png" Id="imgId252452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notesSlide" Target="/ppt/notesSlides/notesSlide2.xml" Id="R55929e3ea7154419" /><Relationship Type="http://schemas.openxmlformats.org/officeDocument/2006/relationships/slideLayout" Target="/ppt/slideLayouts/slideLayout8.xml" Id="R3061a8c3afd14210" /><Relationship Type="http://schemas.openxmlformats.org/officeDocument/2006/relationships/hyperlink" Target="https://app.powerbi.com/groups/me/reports/b3d1bd5a-059b-4fc1-8869-3eb9ffb4af09/?pbi_source=PowerPoint" TargetMode="External" Id="RelId1" /><Relationship Type="http://schemas.openxmlformats.org/officeDocument/2006/relationships/image" Target="/ppt/media/image5.png" Id="imgId255231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notesSlide" Target="/ppt/notesSlides/notesSlide3.xml" Id="Rf09bb986344b47a0" /><Relationship Type="http://schemas.openxmlformats.org/officeDocument/2006/relationships/slideLayout" Target="/ppt/slideLayouts/slideLayout8.xml" Id="R44095c1579b34e20" /><Relationship Type="http://schemas.openxmlformats.org/officeDocument/2006/relationships/hyperlink" Target="https://app.powerbi.com/groups/me/reports/b3d1bd5a-059b-4fc1-8869-3eb9ffb4af09/?pbi_source=PowerPoint" TargetMode="External" Id="RelId2" /><Relationship Type="http://schemas.openxmlformats.org/officeDocument/2006/relationships/image" Target="/ppt/media/image6.png" Id="imgId2563580" /></Relationships>
</file>

<file path=ppt/slides/slide1.xml><?xml version="1.0" encoding="utf-8"?>
<p:sld xmlns:adec="http://schemas.microsoft.com/office/drawing/2017/decorative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itle 1"/>
          <p:cNvSpPr txBox="1">
            <a:spLocks noGrp="1"/>
          </p:cNvSpPr>
          <p:nvPr>
            <p:ph type="title" idx="4294967295"/>
          </p:nvPr>
        </p:nvSpPr>
        <p:spPr>
          <a:xfrm>
            <a:off x="810584" y="2982149"/>
            <a:ext cx="6314017" cy="60007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 baseline="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>
                <a:ln>
                  <a:noFill/>
                </a:ln>
                <a:solidFill>
                  <a:srgbClr val="F3C910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NHS Scotland - Semantic Report | by Joost Kinnaer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rgbClr val="F3C910"/>
              </a:solidFill>
              <a:effectLst/>
              <a:uLnTx/>
              <a:uFillTx/>
              <a:latin typeface="Segoe UI Light" charset="0"/>
              <a:ea typeface="Segoe UI Light" charset="0"/>
              <a:cs typeface="Segoe UI Light" charset="0"/>
            </a:endParaRPr>
          </a:p>
        </p:txBody>
      </p:sp>
      <p:sp>
        <p:nvSpPr>
          <p:cNvPr id="13" name="Text Placeholder 2"/>
          <p:cNvSpPr txBox="1">
            <a:spLocks/>
          </p:cNvSpPr>
          <p:nvPr/>
        </p:nvSpPr>
        <p:spPr>
          <a:xfrm>
            <a:off x="853448" y="3658761"/>
            <a:ext cx="1488017" cy="25347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200" b="0" i="0" u="sng" kern="1200">
                <a:solidFill>
                  <a:schemeClr val="tx1"/>
                </a:solidFill>
                <a:latin typeface="Segoe UI" charset="0"/>
                <a:ea typeface="Segoe UI" charset="0"/>
                <a:cs typeface="Segoe UI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solidFill>
                  <a:schemeClr val="bg1"/>
                </a:solidFill>
                <a:hlinkClick r:id="coverSlideHpLink"/>
              </a:rPr>
              <a:t>View in Power BI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2315" y="5823544"/>
            <a:ext cx="217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i="0" dirty="0">
                <a:solidFill>
                  <a:schemeClr val="bg1"/>
                </a:solidFill>
                <a:latin typeface="Segoe UI Semibold" charset="0"/>
                <a:ea typeface="Segoe UI Semibold" charset="0"/>
                <a:cs typeface="Segoe UI Semibold" charset="0"/>
              </a:rPr>
              <a:t>Downloaded at:</a:t>
            </a:r>
          </a:p>
          <a:p>
            <a:r>
              <a:rPr lang="en-US" sz="900" b="0" i="0" dirty="0">
                <a:solidFill>
                  <a:schemeClr val="bg1"/>
                </a:solidFill>
                <a:latin typeface="Segoe UI" charset="0"/>
                <a:ea typeface="Segoe UI" charset="0"/>
                <a:cs typeface="Segoe UI" charset="0"/>
              </a:rPr>
              <a:t>18/02/2026 10:03:22 UTC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512" y="5407903"/>
            <a:ext cx="217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solidFill>
                  <a:schemeClr val="bg1"/>
                </a:solidFill>
                <a:latin typeface="Segoe UI Semibold" charset="0"/>
                <a:ea typeface="Segoe UI Semibold" charset="0"/>
                <a:cs typeface="Segoe UI Semibold" charset="0"/>
              </a:rPr>
              <a:t>Last data refresh:</a:t>
            </a:r>
            <a:endParaRPr lang="en-US" sz="900" b="1" i="0" dirty="0">
              <a:solidFill>
                <a:schemeClr val="bg1"/>
              </a:solidFill>
              <a:latin typeface="Segoe UI Semibold" charset="0"/>
              <a:ea typeface="Segoe UI Semibold" charset="0"/>
              <a:cs typeface="Segoe UI Semibold" charset="0"/>
            </a:endParaRPr>
          </a:p>
          <a:p>
            <a:r>
              <a:rPr lang="en-US" sz="900" dirty="0">
                <a:solidFill>
                  <a:schemeClr val="bg1"/>
                </a:solidFill>
                <a:latin typeface="Segoe UI" charset="0"/>
                <a:ea typeface="Segoe UI" charset="0"/>
                <a:cs typeface="Segoe UI" charset="0"/>
              </a:rPr>
              <a:t>17/02/2026 16:30:41 UTC</a:t>
            </a:r>
            <a:endParaRPr lang="en-US" sz="900" b="0" i="0" dirty="0">
              <a:solidFill>
                <a:schemeClr val="bg1"/>
              </a:solidFill>
              <a:latin typeface="Segoe UI" charset="0"/>
              <a:ea typeface="Segoe UI" charset="0"/>
              <a:cs typeface="Segoe UI" charset="0"/>
            </a:endParaRPr>
          </a:p>
        </p:txBody>
      </p:sp>
      <p:pic>
        <p:nvPicPr>
          <p:cNvPr id="16" name="Picture 15" descr="Microsoft Power BI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544" y="722376"/>
            <a:ext cx="1490690" cy="245805"/>
          </a:xfrm>
          <a:prstGeom prst="rect">
            <a:avLst/>
          </a:prstGeom>
        </p:spPr>
      </p:pic>
      <p:pic>
        <p:nvPicPr>
          <p:cNvPr id="18" name="Pictur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9696" y="3694176"/>
            <a:ext cx="162027" cy="15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0729"/>
      </p:ext>
    </p:extLst>
  </p:cSld>
  <p:clrMapOvr>
    <a:masterClrMapping/>
  </p:clrMapOvr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cardVisual ,cardVisual ,cardVisual ,Total Attendances ,textbox ,textbox ,Select Year(s) ,Waiting over 4 Hours by Health Board Code ,Seen Within 4 Hours, Percentage by Year ,Attendances by year ,textbox. Please refer to the notes on this slide for details">
            <a:hlinkClick xmlns:r="http://schemas.openxmlformats.org/officeDocument/2006/relationships" xmlns:a="http://schemas.openxmlformats.org/drawingml/2006/main" r:id="RelId0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2524525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Executive Overview</a:t>
            </a:r>
          </a:p>
        </p:txBody>
      </p:sp>
    </p:spTree>
    <p:clrMapOvr>
      <a:masterClrMapping xmlns:a="http://schemas.openxmlformats.org/drawingml/2006/main"/>
    </p:clrMapOvr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How people arrive (attendance count) ,Select Year(s) ,textbox ,textbox ,textbox ,Attendances by hour of day ,Waiting over 4 Hours, by Month of the Year. Please refer to the notes on this slide for details">
            <a:hlinkClick xmlns:r="http://schemas.openxmlformats.org/officeDocument/2006/relationships" xmlns:a="http://schemas.openxmlformats.org/drawingml/2006/main" r:id="RelId1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2552313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Drivers</a:t>
            </a:r>
          </a:p>
        </p:txBody>
      </p:sp>
    </p:spTree>
    <p:clrMapOvr>
      <a:masterClrMapping xmlns:a="http://schemas.openxmlformats.org/drawingml/2006/main"/>
    </p:clrMapOvr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textbox ,textbox ,Data fields used ,textbox ,textbox. Please refer to the notes on this slide for details">
            <a:hlinkClick xmlns:r="http://schemas.openxmlformats.org/officeDocument/2006/relationships" xmlns:a="http://schemas.openxmlformats.org/drawingml/2006/main" r:id="RelId2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2563580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Definitions &amp; Data Quality</a:t>
            </a:r>
          </a:p>
        </p:txBody>
      </p:sp>
    </p:spTree>
    <p:clrMapOvr>
      <a:masterClrMapping xmlns:a="http://schemas.openxmlformats.org/drawingml/2006/main"/>
    </p:clrMapOvr>
  </p:cSld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27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Segoe UI</vt:lpstr>
      <vt:lpstr>Segoe UI Light</vt:lpstr>
      <vt:lpstr>Segoe UI Semibold</vt:lpstr>
      <vt:lpstr>Custom Design</vt:lpstr>
      <vt:lpstr>#Name of Power BI report#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Power BI</dc:creator>
  <cp:lastModifiedBy>Brian Butler</cp:lastModifiedBy>
  <cp:revision>4</cp:revision>
  <dcterms:created xsi:type="dcterms:W3CDTF">2016-09-04T11:54:55Z</dcterms:created>
  <dcterms:modified xsi:type="dcterms:W3CDTF">2020-11-25T15:29:01Z</dcterms:modified>
</cp:coreProperties>
</file>